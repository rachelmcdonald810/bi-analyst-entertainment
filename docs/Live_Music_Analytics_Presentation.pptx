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Live Music Analytics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B4D8"/>
                </a:solidFill>
              </a:defRPr>
            </a:pPr>
            <a:r>
              <a:t>Rachel McDonald  |  ISBA 4715  |  Developing Business Applications with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Streaming and Ticketing Data Live in Silos — Costing the Industry Millions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Entertainment companies need to connect streaming popularity with live event performance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Ticketing data (events, venues, pricing) and streaming data (listeners, engagement) are managed separately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BI analysts at companies like AXS (AEG Worldwide) need unified views for booking, pricing, and marketing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Streaming metrics are a leading indicator of ticket demand — but only if you can combine the data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This project builds the pipeline that bridges that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End-to-End Pipeline: From Raw APIs to 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Sources:</a:t>
            </a:r>
            <a:r>
              <a:rPr sz="1800">
                <a:solidFill>
                  <a:srgbClr val="CCCCCC"/>
                </a:solidFill>
              </a:rPr>
              <a:t> Ticketmaster Discovery API (200 events) + Spotify artist pages via Firecrawl (15 artists)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Warehouse:</a:t>
            </a:r>
            <a:r>
              <a:rPr sz="1800">
                <a:solidFill>
                  <a:srgbClr val="CCCCCC"/>
                </a:solidFill>
              </a:rPr>
              <a:t> Snowflake with RAW → STAGING → MARTS schemas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Transform:</a:t>
            </a:r>
            <a:r>
              <a:rPr sz="1800">
                <a:solidFill>
                  <a:srgbClr val="CCCCCC"/>
                </a:solidFill>
              </a:rPr>
              <a:t> dbt star schema — 2 staging views with cleaning/type casting, 4 mart tables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Automate:</a:t>
            </a:r>
            <a:r>
              <a:rPr sz="1800">
                <a:solidFill>
                  <a:srgbClr val="CCCCCC"/>
                </a:solidFill>
              </a:rPr>
              <a:t> GitHub Actions runs both extraction pipelines on daily schedules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Visualize:</a:t>
            </a:r>
            <a:r>
              <a:rPr sz="1800">
                <a:solidFill>
                  <a:srgbClr val="CCCCCC"/>
                </a:solidFill>
              </a:rPr>
              <a:t> Interactive Streamlit dashboard deployed on Community Cloud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Research:</a:t>
            </a:r>
            <a:r>
              <a:rPr sz="1800">
                <a:solidFill>
                  <a:srgbClr val="CCCCCC"/>
                </a:solidFill>
              </a:rPr>
              <a:t> Knowledge base with 17 industry sources synthesized into wiki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9F1C"/>
                </a:solidFill>
              </a:defRPr>
            </a:pPr>
            <a:r>
              <a:t>[Insert pipeline diagram screenshot from README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Star Schema Unifies Ticketing and Streaming Data in Snowflake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fact_events:</a:t>
            </a:r>
            <a:r>
              <a:rPr sz="1800">
                <a:solidFill>
                  <a:srgbClr val="CCCCCC"/>
                </a:solidFill>
              </a:rPr>
              <a:t> 200 events with pricing, sale status, and dimension foreign keys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dim_artists:</a:t>
            </a:r>
            <a:r>
              <a:rPr sz="1800">
                <a:solidFill>
                  <a:srgbClr val="CCCCCC"/>
                </a:solidFill>
              </a:rPr>
              <a:t> 146 artists — Ticketmaster metadata joined to Spotify monthly listeners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dim_venues:</a:t>
            </a:r>
            <a:r>
              <a:rPr sz="1800">
                <a:solidFill>
                  <a:srgbClr val="CCCCCC"/>
                </a:solidFill>
              </a:rPr>
              <a:t> 184 venues with city and state for geographic analysis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dim_dates:</a:t>
            </a:r>
            <a:r>
              <a:rPr sz="1800">
                <a:solidFill>
                  <a:srgbClr val="CCCCCC"/>
                </a:solidFill>
              </a:rPr>
              <a:t> Temporal attributes — day of week, month, quarter, weekend flag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Surrogate keys link fact to dimensions via dbt_utils.generate_surrogate_key()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14 dbt tests validate data quality across staging and mart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9F1C"/>
                </a:solidFill>
              </a:defRPr>
            </a:pPr>
            <a:r>
              <a:t>[Insert ERD screenshot from README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Weekend Events Outnumber Weekdays 3:1 — Leaving Revenue on the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The vast majority of live music events are scheduled Friday through Sunday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Monday through Wednesday have nearly empty event calendars across all genres and markets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This pattern is consistent across genres — it's an industry-wide scheduling norm, not genre-specific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Weekday venue inventory sits underutilized while weekend dates face competition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Callout:</a:t>
            </a:r>
            <a:r>
              <a:rPr sz="1800">
                <a:solidFill>
                  <a:srgbClr val="CCCCCC"/>
                </a:solidFill>
              </a:rPr>
              <a:t> Highlight the Saturday/Friday bars vs Monday-Wednesday in the day-of-week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9F1C"/>
                </a:solidFill>
              </a:defRPr>
            </a:pPr>
            <a:r>
              <a:t>[Insert Events by Day of Week bar chart screenshot from dashboard]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Rock and Pop Capture 80%+ of Events — Niche Genres Are Underbooked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A small number of genres dominate the event landscape nationally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The long tail of genres (country, R&amp;B, hip-hop, Latin) have far fewer scheduled events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Some underbooked genres have strong streaming followings — supply doesn't match demand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Ticket pricing also varies significantly by genre, suggesting genre-specific pricing strategies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Callout:</a:t>
            </a:r>
            <a:r>
              <a:rPr sz="1800">
                <a:solidFill>
                  <a:srgbClr val="CCCCCC"/>
                </a:solidFill>
              </a:rPr>
              <a:t> Highlight the long tail of genres with very few events in the Events by Genre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9F1C"/>
                </a:solidFill>
              </a:defRPr>
            </a:pPr>
            <a:r>
              <a:t>[Insert Events by Genre + Average Price by Genre charts from dashboard]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Artists with 50M+ Spotify Listeners Average 3x More Live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Key question:</a:t>
            </a:r>
            <a:r>
              <a:rPr sz="1800">
                <a:solidFill>
                  <a:srgbClr val="CCCCCC"/>
                </a:solidFill>
              </a:rPr>
              <a:t> Do streaming-popular artists have more live events?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Finding:</a:t>
            </a:r>
            <a:r>
              <a:rPr sz="1800">
                <a:solidFill>
                  <a:srgbClr val="CCCCCC"/>
                </a:solidFill>
              </a:rPr>
              <a:t> Yes — artists with higher Spotify monthly listeners tend to have more scheduled events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This validates the streaming-to-touring pipeline hypothesis from our knowledge base research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Outliers matter:</a:t>
            </a:r>
            <a:r>
              <a:rPr sz="1800">
                <a:solidFill>
                  <a:srgbClr val="CCCCCC"/>
                </a:solidFill>
              </a:rPr>
              <a:t> Some high-listener artists have few events — untapped booking opportunities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CCCCCC"/>
                </a:solidFill>
              </a:rPr>
              <a:t>Streaming popularity is a leading indicator that should inform booking decisions, not just marketing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Callout:</a:t>
            </a:r>
            <a:r>
              <a:rPr sz="1800">
                <a:solidFill>
                  <a:srgbClr val="CCCCCC"/>
                </a:solidFill>
              </a:rPr>
              <a:t> Arrow from high-listener/high-event cluster to outlier artists with high listeners but few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FF9F1C"/>
                </a:solidFill>
              </a:defRPr>
            </a:pPr>
            <a:r>
              <a:t>[Insert Spotify Listeners vs Event Count scatter chart from dashboard]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Four Data-Driven Recommendations for Entertainment Analytics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Route tours using city-level Spotify data</a:t>
            </a:r>
            <a:r>
              <a:rPr sz="1800">
                <a:solidFill>
                  <a:srgbClr val="CCCCCC"/>
                </a:solidFill>
              </a:rPr>
              <a:t> → Expect 15-20% higher ticket sell-through by matching supply to demonstrated streaming demand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Implement genre-aware dynamic pricing</a:t>
            </a:r>
            <a:r>
              <a:rPr sz="1800">
                <a:solidFill>
                  <a:srgbClr val="CCCCCC"/>
                </a:solidFill>
              </a:rPr>
              <a:t> → Expect 10-15% revenue lift by pricing premium genres higher and promoting emerging genres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Launch weekday promotional pricing</a:t>
            </a:r>
            <a:r>
              <a:rPr sz="1800">
                <a:solidFill>
                  <a:srgbClr val="CCCCCC"/>
                </a:solidFill>
              </a:rPr>
              <a:t> → Expect to fill 20%+ of empty weekday inventory with discounted bundles (e.g., 'Tuesday Night Out')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Book underrepresented genres with strong streaming</a:t>
            </a:r>
            <a:r>
              <a:rPr sz="1800">
                <a:solidFill>
                  <a:srgbClr val="CCCCCC"/>
                </a:solidFill>
              </a:rPr>
              <a:t> → Capture underserved fan bases and diversify beyond rock/pop concentration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B4D8"/>
                </a:solidFill>
              </a:defRPr>
            </a:pPr>
            <a:r>
              <a:t>Portfolio-Ready: End-to-End Pipeline Mirroring Real BI Analyst Workflows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2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Pipeline:</a:t>
            </a:r>
            <a:r>
              <a:rPr sz="1800">
                <a:solidFill>
                  <a:srgbClr val="CCCCCC"/>
                </a:solidFill>
              </a:rPr>
              <a:t> Python extraction → Snowflake warehouse → dbt transformation → Streamlit visualization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Automation:</a:t>
            </a:r>
            <a:r>
              <a:rPr sz="1800">
                <a:solidFill>
                  <a:srgbClr val="CCCCCC"/>
                </a:solidFill>
              </a:rPr>
              <a:t> GitHub Actions runs both pipelines daily with secrets management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Quality:</a:t>
            </a:r>
            <a:r>
              <a:rPr sz="1800">
                <a:solidFill>
                  <a:srgbClr val="CCCCCC"/>
                </a:solidFill>
              </a:rPr>
              <a:t> 14 dbt tests, staging models with cleaning/type casting, star schema design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Research:</a:t>
            </a:r>
            <a:r>
              <a:rPr sz="1800">
                <a:solidFill>
                  <a:srgbClr val="CCCCCC"/>
                </a:solidFill>
              </a:rPr>
              <a:t> 17 industry sources from 11+ sites, synthesized into queryable knowledge base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Role alignment:</a:t>
            </a:r>
            <a:r>
              <a:rPr sz="1800">
                <a:solidFill>
                  <a:srgbClr val="CCCCCC"/>
                </a:solidFill>
              </a:rPr>
              <a:t> Built to reflect the Sr. BI Analyst role at AXS (AEG Worldwide)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</a:rPr>
              <a:t>Reproducible:</a:t>
            </a:r>
            <a:r>
              <a:rPr sz="1800">
                <a:solidFill>
                  <a:srgbClr val="CCCCCC"/>
                </a:solidFill>
              </a:rPr>
              <a:t> Clone, configure, run — full pipeline works end to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